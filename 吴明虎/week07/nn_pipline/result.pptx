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5340" y="1442085"/>
            <a:ext cx="10515600" cy="4351338"/>
          </a:xfrm>
        </p:spPr>
        <p:txBody>
          <a:bodyPr>
            <a:normAutofit/>
          </a:bodyPr>
          <a:lstStyle/>
          <a:p>
            <a:endParaRPr lang="zh-CN" altLang="en-US" sz="2135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31873" y="1917945"/>
          <a:ext cx="10755630" cy="2560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605"/>
                <a:gridCol w="1792605"/>
                <a:gridCol w="1792605"/>
                <a:gridCol w="1792605"/>
                <a:gridCol w="1792605"/>
                <a:gridCol w="1792605"/>
              </a:tblGrid>
              <a:tr h="1097915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Model</a:t>
                      </a:r>
                      <a:endParaRPr lang="zh-CN" alt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Learning_Rate</a:t>
                      </a:r>
                      <a:endParaRPr lang="zh-CN" alt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Hidden_Size</a:t>
                      </a:r>
                      <a:endParaRPr lang="zh-CN" alt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……</a:t>
                      </a:r>
                      <a:endParaRPr lang="zh-CN" alt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400" dirty="0" err="1"/>
                        <a:t>acc</a:t>
                      </a:r>
                      <a:endParaRPr lang="zh-CN" alt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time(</a:t>
                      </a:r>
                      <a:r>
                        <a:rPr lang="zh-CN" altLang="en-US" sz="2400" dirty="0"/>
                        <a:t>预测</a:t>
                      </a:r>
                      <a:r>
                        <a:rPr lang="en-US" altLang="zh-CN" sz="2400" dirty="0"/>
                        <a:t>100</a:t>
                      </a:r>
                      <a:r>
                        <a:rPr lang="zh-CN" altLang="en-US" sz="2400" dirty="0"/>
                        <a:t>条耗时）</a:t>
                      </a:r>
                      <a:endParaRPr lang="zh-CN" altLang="en-US" sz="2400" dirty="0"/>
                    </a:p>
                  </a:txBody>
                  <a:tcPr marL="121920" marR="121920" marT="60960" marB="60960"/>
                </a:tc>
              </a:tr>
              <a:tr h="487680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1920" marR="121920" marT="60960" marB="60960"/>
                </a:tc>
              </a:tr>
              <a:tr h="487680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</a:tr>
              <a:tr h="487680"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sp>
        <p:nvSpPr>
          <p:cNvPr id="5" name="标题 4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演示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练习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失之行</cp:lastModifiedBy>
  <cp:revision>5</cp:revision>
  <dcterms:created xsi:type="dcterms:W3CDTF">2023-08-09T12:44:00Z</dcterms:created>
  <dcterms:modified xsi:type="dcterms:W3CDTF">2025-12-04T11:00:34Z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58522D93F6304651A326C5A295DC609C_12</vt:lpwstr>
  </property>
</Properties>
</file>